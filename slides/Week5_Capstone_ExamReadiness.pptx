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show-of-hands per domain ('below 70% on the mock?') and write tallies on screen — the review agenda comes from this, live. Normalize imperfect scores: a 60% with a clear diagnosis a week out is a passing trajectory.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cohort pattern: CI/CD and Governance lowest — newest and least practiced; expect company. Today: no new material, maximum reps. Two halves: can you BUILD it (capstone), can you ANSWER it (review).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story once, point at the milestones, start the clock. Coach style: answer 'where is X', refuse 'how do I X' for the first 30 minutes. Everything was taught — reaching for something untaught means overcomplicating.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Announce time checkpoints aloud at 15/30/40 minutes (you should be on M3/M5/M6). M1–M6 = strong performance; M7–M8 = distinction tier. Hint cards exist and cost nothing but pride.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Planted traps: R007 is duplicated (silver must dedupe it) and order 2001 doesn't exist (quarantine must catch it). Learners whose silver shows 12–13 rows missed one. The constraint validation INTENTIONALLY fails — the error is the green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Learner-driven autopsies stick. ~3 minutes per question, 8–10 questions from the cohort's weakest domains. Everyone votes BEFORE the driver eliminates — public commitment makes wrong instincts visible. End each with a one-sentence rule for the 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all seven aloud, slowly. This is the final-review skeleton: any line that feels foggy = tonight's docs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eight misconceptions the weekly quizzes kept hitting. If a learner can articulate why each is wrong, the corresponding exam questions are free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booking THIS WEEK — a date converts studying into a plan. Online proctoring gotchas: second monitors off, room scan, restricted breaks; flaky internet → consider a test center. Final week is prescriptive on purpose: decision fatigue kills final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and warm. NDA reminder: celebrating yes, reciting questions no. Professional cert is the horizon for strong finishers. Last words: book it, take it,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18104" y="9144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68496" y="365760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542" y="4114800"/>
            <a:ext cx="502920" cy="50292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43584"/>
            <a:ext cx="1280160" cy="54864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Associate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All seven domains — integration mode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50-minute capstone: BrewMart returns → net revenue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Mock review driven by YOUR domain scores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0"/>
            <a:ext cx="3246120" cy="51435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9632" y="9601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0" dirty="0"/>
          </a:p>
        </p:txBody>
      </p:sp>
      <p:sp>
        <p:nvSpPr>
          <p:cNvPr id="13" name="Text 11"/>
          <p:cNvSpPr/>
          <p:nvPr/>
        </p:nvSpPr>
        <p:spPr>
          <a:xfrm>
            <a:off x="626364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&amp; Exam Readiness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63640" y="4251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it end-to-end · Review the mock · Walk in ready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mock, your map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QUESTIONS TAKEN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124200" y="150876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1564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321564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SCORES IN HAND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36920" y="150876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2836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592836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ON-TRACK LINE (NO DOMAIN &lt; 50%)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315468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6" name="Shape 13"/>
          <p:cNvSpPr/>
          <p:nvPr/>
        </p:nvSpPr>
        <p:spPr>
          <a:xfrm>
            <a:off x="502920" y="315468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320954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YOUR GRID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domain ≤ 50% leads your final-week plan. 50–70%: targeted docs + redo that week's lab. 85%+: leave it alone until the final-day skim. A failed mock means a TARGETED week — not a postponed exam.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CAPSTONE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BrewMart returns → net revenue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66928" y="1783080"/>
            <a:ext cx="1371600" cy="868680"/>
          </a:xfrm>
          <a:prstGeom prst="rect">
            <a:avLst/>
          </a:prstGeom>
          <a:solidFill>
            <a:srgbClr val="6E8092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29768" y="2706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upload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920240" y="204368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304288" y="1783080"/>
            <a:ext cx="1371600" cy="868680"/>
          </a:xfrm>
          <a:prstGeom prst="rect">
            <a:avLst/>
          </a:prstGeom>
          <a:solidFill>
            <a:srgbClr val="9C6B30"/>
          </a:solidFill>
          <a:ln/>
        </p:spPr>
      </p:sp>
      <p:sp>
        <p:nvSpPr>
          <p:cNvPr id="12" name="Text 9"/>
          <p:cNvSpPr/>
          <p:nvPr/>
        </p:nvSpPr>
        <p:spPr>
          <a:xfrm>
            <a:off x="2304288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167128" y="2706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rerun = 0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657600" y="204368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041648" y="1783080"/>
            <a:ext cx="1371600" cy="868680"/>
          </a:xfrm>
          <a:prstGeom prst="rect">
            <a:avLst/>
          </a:prstGeom>
          <a:solidFill>
            <a:srgbClr val="8E9BA6"/>
          </a:solidFill>
          <a:ln/>
        </p:spPr>
      </p:sp>
      <p:sp>
        <p:nvSpPr>
          <p:cNvPr id="16" name="Text 13"/>
          <p:cNvSpPr/>
          <p:nvPr/>
        </p:nvSpPr>
        <p:spPr>
          <a:xfrm>
            <a:off x="4041648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+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904488" y="2706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gate: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must exist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394960" y="204368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779008" y="1783080"/>
            <a:ext cx="1371600" cy="8686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Text 17"/>
          <p:cNvSpPr/>
          <p:nvPr/>
        </p:nvSpPr>
        <p:spPr>
          <a:xfrm>
            <a:off x="5779008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641848" y="2706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BY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(store, date)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132320" y="204368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516368" y="1783080"/>
            <a:ext cx="1371600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7516368" y="1783080"/>
            <a:ext cx="137160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+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379208" y="2706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paused schedule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least privilege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2920" y="3657600"/>
            <a:ext cx="8138160" cy="84124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7" name="Shape 24"/>
          <p:cNvSpPr/>
          <p:nvPr/>
        </p:nvSpPr>
        <p:spPr>
          <a:xfrm>
            <a:off x="502920" y="3657600"/>
            <a:ext cx="54864" cy="8412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" y="371246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RULE THAT BITES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don't carry prices. Net = gross − (returned qty × the ORDER's unit price) — a join encodes the business rule. And one return references an order that doesn't exist. Where does it go?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MINUTES ON THE CLOCK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milestones, three gates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983480"/>
                <a:gridCol w="109728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Upload week5_returns.csv to returns_incoming/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returns_bronze via COPY INTO — prove rerun = 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Quality-gated silver + quarantine (orphans KEPT, not dropped)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net_revenue_daily with CLUSTER BY (store, order_date)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constraint — prove a bad INSERT fails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2-task job, PAUSED daily schedule, one green run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 · M8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+ GRANT · validations + lineage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 AS YOU GO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that mean you're right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463040"/>
            <a:ext cx="18516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377440"/>
            <a:ext cx="18516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ROWS (INCL. DUP)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46020" y="160020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37460" y="1463040"/>
            <a:ext cx="18516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2537460" y="2377440"/>
            <a:ext cx="18516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ROWS (DEDUPED + GATED)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480560" y="160020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1463040"/>
            <a:ext cx="18516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2001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4572000" y="2377440"/>
            <a:ext cx="18516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QUARANTINED ORDER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515100" y="160020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06540" y="1463040"/>
            <a:ext cx="18516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17" name="Text 14"/>
          <p:cNvSpPr/>
          <p:nvPr/>
        </p:nvSpPr>
        <p:spPr>
          <a:xfrm>
            <a:off x="6606540" y="2377440"/>
            <a:ext cx="18516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WHERE NET &gt; GROSS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329184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" y="329184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4088" y="334670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M3 DESIGN QUESTION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 vs. WHERE-drop vs. constraint: a WHERE silently loses the orphan; a constraint blocks the whole batch; quarantine keeps the pipeline flowing AND the problem visible. This decision is the capstone's heart — and an exam question.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REVIEW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autopsy — you drive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777240" y="1737360"/>
            <a:ext cx="1783080" cy="86868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737360"/>
            <a:ext cx="178308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READ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aloud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542032" y="199796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44368" y="1737360"/>
            <a:ext cx="1783080" cy="8686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1" name="Text 8"/>
          <p:cNvSpPr/>
          <p:nvPr/>
        </p:nvSpPr>
        <p:spPr>
          <a:xfrm>
            <a:off x="2944368" y="1737360"/>
            <a:ext cx="178308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NAME the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forcing constraint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09160" y="199796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111496" y="1737360"/>
            <a:ext cx="1783080" cy="8686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4" name="Text 11"/>
          <p:cNvSpPr/>
          <p:nvPr/>
        </p:nvSpPr>
        <p:spPr>
          <a:xfrm>
            <a:off x="5111496" y="1737360"/>
            <a:ext cx="178308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ELIMINATE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confidence order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876288" y="199796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278624" y="1737360"/>
            <a:ext cx="1783080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7278624" y="1737360"/>
            <a:ext cx="178308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STATE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361188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" y="361188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4088" y="366674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DISTRACTOR WANTED POSTERS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Invented syntax · real-feature-wrong-job · old-name bait · over-powered tool. When half the room picks the same wrong option, that distractor type gets named and starred on the rules wall.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THIS SLIDE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course in seven lines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1481328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28016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130552" y="1293876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copy (Delta) + one governance tree (UC) + right-sized compute — serverless = hands-off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1755648"/>
            <a:ext cx="1481328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175564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130552" y="1769364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Files@scale → Auto Loader · SQL batch → COPY INTO · SaaS → managed connector · custom → notebook+Jobs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2231136"/>
            <a:ext cx="1481328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2231136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130552" y="224485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absorbs, silver enforces, gold serves · MERGE = idempotent upsert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706624"/>
            <a:ext cx="1481328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2706624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2130552" y="272034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of tasks · transient→retry, broken→fix+repair · time→schedule, data→file-arrival/table-update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3182112"/>
            <a:ext cx="1481328" cy="3840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3182112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2130552" y="319582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 for code, bundles for everything · validate→deploy→run · PR lives in the provider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3657600"/>
            <a:ext cx="1481328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365760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2130552" y="3671316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Before-work = infra/library, during = skew/spill/OOM · trends→run history, one run→Spark UI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02920" y="4133088"/>
            <a:ext cx="1481328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" y="41330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2130552" y="4146804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USE+USE+SELECT chain · DENY&gt;GRANT · one table→mask/filter, fleet→ABAC · managed unlocks automation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LAST PASS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course-wide top eight traps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186309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4813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35608"/>
            <a:ext cx="14973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151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semantics swapped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151561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deletes data; external leaves files.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594610" y="1325880"/>
            <a:ext cx="186309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94610" y="1325880"/>
            <a:ext cx="64008" cy="14813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2777490" y="1435608"/>
            <a:ext cx="14973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2777490" y="1746504"/>
            <a:ext cx="151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CTAS with a type list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777490" y="2093976"/>
            <a:ext cx="151561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Invented syntax — CAST in the SELECT.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686300" y="1325880"/>
            <a:ext cx="186309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86300" y="1325880"/>
            <a:ext cx="64008" cy="14813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4869180" y="1435608"/>
            <a:ext cx="14973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869180" y="1746504"/>
            <a:ext cx="151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“COPY INTO reruns duplicate”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869180" y="2093976"/>
            <a:ext cx="151561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— file tracking. (df.union() dedupes is also false.)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777990" y="1325880"/>
            <a:ext cx="186309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777990" y="1325880"/>
            <a:ext cx="64008" cy="14813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6960870" y="1435608"/>
            <a:ext cx="14973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6960870" y="1746504"/>
            <a:ext cx="151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“Repair reruns everything”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960870" y="2093976"/>
            <a:ext cx="151561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+ downstream only.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3035808"/>
            <a:ext cx="186309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02920" y="3035808"/>
            <a:ext cx="64008" cy="14813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9" name="Text 26"/>
          <p:cNvSpPr/>
          <p:nvPr/>
        </p:nvSpPr>
        <p:spPr>
          <a:xfrm>
            <a:off x="685800" y="3145536"/>
            <a:ext cx="14973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685800" y="3456432"/>
            <a:ext cx="151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= run / PR in workspace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685800" y="3803904"/>
            <a:ext cx="151561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places, run executes; PR lives in the provider.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594610" y="3035808"/>
            <a:ext cx="186309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2594610" y="3035808"/>
            <a:ext cx="64008" cy="14813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34" name="Text 31"/>
          <p:cNvSpPr/>
          <p:nvPr/>
        </p:nvSpPr>
        <p:spPr>
          <a:xfrm>
            <a:off x="2777490" y="3145536"/>
            <a:ext cx="14973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2777490" y="3456432"/>
            <a:ext cx="151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REVOKE as the blocker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2777490" y="3803904"/>
            <a:ext cx="151561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 blocks; REVOKE just removes one grant. Owners aren't mask-exempt.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686300" y="3035808"/>
            <a:ext cx="186309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686300" y="3035808"/>
            <a:ext cx="64008" cy="14813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39" name="Text 36"/>
          <p:cNvSpPr/>
          <p:nvPr/>
        </p:nvSpPr>
        <p:spPr>
          <a:xfrm>
            <a:off x="4869180" y="3145536"/>
            <a:ext cx="14973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40" name="Text 37"/>
          <p:cNvSpPr/>
          <p:nvPr/>
        </p:nvSpPr>
        <p:spPr>
          <a:xfrm>
            <a:off x="4869180" y="3456432"/>
            <a:ext cx="151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VACUUM for speed</a:t>
            </a:r>
            <a:endParaRPr lang="en-US" sz="1250" dirty="0"/>
          </a:p>
        </p:txBody>
      </p:sp>
      <p:sp>
        <p:nvSpPr>
          <p:cNvPr id="41" name="Text 38"/>
          <p:cNvSpPr/>
          <p:nvPr/>
        </p:nvSpPr>
        <p:spPr>
          <a:xfrm>
            <a:off x="4869180" y="3803904"/>
            <a:ext cx="151561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compacts for speed; VACUUM trims storage + time travel.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777990" y="3035808"/>
            <a:ext cx="186309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777990" y="3035808"/>
            <a:ext cx="64008" cy="14813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44" name="Text 41"/>
          <p:cNvSpPr/>
          <p:nvPr/>
        </p:nvSpPr>
        <p:spPr>
          <a:xfrm>
            <a:off x="6960870" y="3145536"/>
            <a:ext cx="14973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45" name="Text 42"/>
          <p:cNvSpPr/>
          <p:nvPr/>
        </p:nvSpPr>
        <p:spPr>
          <a:xfrm>
            <a:off x="6960870" y="3456432"/>
            <a:ext cx="151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powerful ≠ best</a:t>
            </a:r>
            <a:endParaRPr lang="en-US" sz="1250" dirty="0"/>
          </a:p>
        </p:txBody>
      </p:sp>
      <p:sp>
        <p:nvSpPr>
          <p:cNvPr id="46" name="Text 43"/>
          <p:cNvSpPr/>
          <p:nvPr/>
        </p:nvSpPr>
        <p:spPr>
          <a:xfrm>
            <a:off x="6960870" y="3803904"/>
            <a:ext cx="151561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simplest tool satisfying every stated constraint.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SURPRISES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it, plan the week, take it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Weakest domain: docs + redo that week's lab from scratch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Second-weakest: same + retake its quiz cold (90%+)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Missed mock questions only + rules wall + exam-guide outline read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Rest, or the seven one-liners only · prep the room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Exam: 2 min/question · flag and move · answer everything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23560" y="1298448"/>
            <a:ext cx="3017520" cy="301752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9" name="Text 5"/>
          <p:cNvSpPr/>
          <p:nvPr/>
        </p:nvSpPr>
        <p:spPr>
          <a:xfrm>
            <a:off x="5824728" y="1426464"/>
            <a:ext cx="2615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852160" y="178308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7"/>
          <p:cNvSpPr/>
          <p:nvPr/>
        </p:nvSpPr>
        <p:spPr>
          <a:xfrm>
            <a:off x="6071616" y="1682496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Register: webassessor.com/databricks ($200)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852160" y="24414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9"/>
          <p:cNvSpPr/>
          <p:nvPr/>
        </p:nvSpPr>
        <p:spPr>
          <a:xfrm>
            <a:off x="6071616" y="2340864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Kryterion system check on the ACTUAL exam machine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852160" y="30998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1"/>
          <p:cNvSpPr/>
          <p:nvPr/>
        </p:nvSpPr>
        <p:spPr>
          <a:xfrm>
            <a:off x="6071616" y="2999232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ID + clean desk + stable network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0" y="37581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3"/>
          <p:cNvSpPr/>
          <p:nvPr/>
        </p:nvSpPr>
        <p:spPr>
          <a:xfrm>
            <a:off x="6071616" y="3657600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typically prompt; recert every 2 years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10896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COMPLETE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built the whole thing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93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lakehouse — from a free workspace to grants, masks, and lineage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395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production pipeline — scheduled, repaired, promoted as code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29626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mock questions autopsied into rules you own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5295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your result in the course channel (within NDA) — the next cohort needs you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60604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774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exam.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Data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JUNE 2026  · 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 — Capstone &amp; Exam Readiness</dc:title>
  <dc:subject>PptxGenJS Presentation</dc:subject>
  <dc:creator>Creo Academy</dc:creator>
  <cp:lastModifiedBy>Creo Academy</cp:lastModifiedBy>
  <cp:revision>1</cp:revision>
  <dcterms:created xsi:type="dcterms:W3CDTF">2026-06-12T14:46:30Z</dcterms:created>
  <dcterms:modified xsi:type="dcterms:W3CDTF">2026-06-12T14:46:30Z</dcterms:modified>
</cp:coreProperties>
</file>