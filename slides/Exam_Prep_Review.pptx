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1073"/>
  </p:normalViewPr>
  <p:slideViewPr>
    <p:cSldViewPr snapToGrid="0" snapToObjects="1">
      <p:cViewPr varScale="1">
        <p:scale>
          <a:sx n="189" d="100"/>
          <a:sy n="189" d="100"/>
        </p:scale>
        <p:origin x="1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7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review deck built from the Week 1-4 quizzes, pre-week starters, self-review banks, and the 45-question mock exam. Run it in Week 5 or as a final self-study pass. Each slide teaches a tested concept; no quiz answers are revealed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mock exam mirrors these weights. Transformation + Ingestion = 19 of 45 questions; governance is the biggest of the back half. Tell learners: if short on time, review in this order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1. Three platform questions on the exam, and they are nearly free points: value proposition, default format, and the transaction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Domain 1 territory. Control plane = Databricks' account: UI, job scheduling, notebook metadata, UC metastore. Classic compute runs in YOUR cloud account; serverless compute runs in Databricks' account. The trap: 'serverless is always cheaper' is FALSE — it is always simpler; cost depends on workload shape. On serverless, Spark tuning knobs are mostly not settable.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1. Hierarchy ordering and 'what does the middle element mean' are recurring quiz items. Volumes vs tables: tabular vs non-tabular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from both directions: DROP semantics (Week 1) and choosing external for own-storage + non-Databricks readers (mock Q40). Conversion external-to-managed is on the May 2026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CTAS type-control rule is a favorite trap: you cannot declare a column-type list on CTAS. Temp view invisibility to colleagues is another recurring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recovery scenarios, three different tools. VERSION AS OF only reads; RESTORE mutates; UNDROP brings back a dropped managed table. VACUUM's effect on time travel is covered again in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selection appears in Week 1 quiz, mock Q2, and the serverless question in Week 3 self-review. Keywords in the scenario decide it: 'SQL-only + BI' vs 'nightly unattended' vs 'stop managing compute'.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and silver definitions are asked directly. Silver = dedupe + cast + validate is the phrase to lock in; the mock asks 'which layer applies deduplication, type casting, and validation'.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2. Idempotency is THE tested property — rerun with no new files loads zero rows because loaded files are tracked and skipped. Best-fit scenario: SQL-only team, ~dozens of files, scheduled batch, safe reruns.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format('cloudFiles') identifies Auto Loader. The checkpoint records processed-file progress for exactly-once across restarts. File notification mode is the answer when file counts reach tens of millions.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behaviors, both tested: NEW column -&gt; stream stops once and succeeds on restart (deliberate contract). WRONG TYPE -&gt; value lands in _rescued_data, row still ingested. Neither drops data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highest-yield decision table in the deck. The scenario's constraints select the tool. 'Auto Loader also works' is often true — but the exam wants the SIMPLEST sufficient option (Week 2 Q7).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Practice-bank additions. trigger(availableNow=True) = process everything available, then stop — batch-shaped streaming. Connector tiers: managed automates the most; standard connectors offer more customization via pipeline/streaming APIs. Bronze-as-STRING pattern: for unreliable sources, land everything as STRING + audit columns; enforce types at silver.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rule: preserve STRUCT + ARRAY in Delta at bronze (mock Q12). Then the three access patterns: dot syntax for structs, explode for arrays, split for delimited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INTO is the answer to 'update matching + insert non-matching in one atomic statement' (UPSERT INTO does not exist). Its famous failure: multiple source rows match one target row -&gt; dedupe the source on the merge key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dropDuplicates(subset) keeps A row per key but you can't control which. 'Most recent per key' requires the ROW_NUMBER window pattern. GROUP BY MAX and SELECT DISTINCT are the standard wrong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silent-bug generators: UNION dedupes when you wanted duplicates kept; df.union mixes columns positionally; INNER JOIN drops unmatched rows and shrinks revenue. Each has a one-line remedy.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 has no coding environment but requires READING SQL and PySpark. These are the tested mirrors from the practice banks. Also: NULL arithmetic returns NULL in both languages, and SELECT DISTINCT removes exact duplicate ROWS (all columns equal).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scenario is always a small dimension (a few MB) joined to a huge fact (hundreds of GB to TB) with slow shuffles. Broadcasting ships the small table to every executor and eliminates the large-side shuffle.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constraint: one violating row aborts the ENTIRE write — 997 good rows do not land. When invalid rows must not stop the load but stay visible: split the load into silver + quarantine.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Materialized view wins when an expensive aggregation is read repeatedly and staleness up to the refresh interval is acceptable. approx_count_distinct trades a small bounded error for speed on billion-row cardinality.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question is free points: Lakeflow Jobs is the orchestrator (formerly Workflows); Lakeflow Connect is ingestion. Deploy-now-run-later = paused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Domain 4 fundamentals. depends_on = execution-order edge; no edge = parallel. Downstream of a failure shows 'Upstream failed' — it was skipped, not failed. Retries fix transient failures only — a deterministic bug fails every retry; fix the code, then Repair. If/else condition task branches the DAG (full rebuild on the 1st vs incremental).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selection by scenario. File arrival watches storage; table update watches a table's commits — the distinction between W3 Q2 and Q3. Polling schedules that mostly find nothing are the anti-pattern being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for-each = run a task once per list element with a concurrency cap (14 regions / 4 parallel; 30 stores / 5 parallel). Run-if 'All done' = notification tasks that always run. Retries = first answer for transient failures. Pipeline and dashboard are named task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Lakeflow Spark Declarative Pipelines (formerly DLT). Dependency order is INFERRED from references — silver reading bronze IS the dependency; no depends_on. Expectations: @dp.expect warns, @dp.expect_or_drop drops failing rows + records metrics, @dp.expect_or_fail stops the update. Constraint vs expectation: a table CHECK aborts the whole write; an expectation is a pipeline policy. Streaming table = incremental append object; runs in a job via the pipeline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mechanisms, three scopes: job parameter -&gt; widget inside the notebook task; task-to-task at runtime -&gt; taskValues; sharing helper functions within a session -&gt; %run. Each is the wrong answer for the others'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run semantics: re-executes the failed task and its downstream (skipped) tasks only — successful tasks never rerun, and two hours of completed work is preserved. Trend diagnosis lives in run history (matrix view), not the Spark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boundary is the tested fact: the workspace Git folder UI covers the daily loop (branch, switch, commit, push). PR creation, review, and merge always happen in the provider — GitHub, GitLab, Azure 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databricks.yml defines the bundle. Dev/prod differences live in the targets block with variable overrides (schema, schedule) — never two YAML files or manual edits. CLI order: validate, deploy -t, run -t. Automation: CI runs deploy -t prod as a service principal on merge to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alone can't reach a table: USE CATALOG and USE SCHEMA on the parents are required (mock Q39 = the classic 'granted SELECT but still denied' scenario). Schema-level SELECT inherits to current AND future tables. DENY overrides everything a user inherits from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Domain 7 additions. Only three principal types receive grants: users, groups, service principals. Best practice: grant to groups. Production jobs and CI authenticate as service principals. And the surprise: table OWNERS are not exempt from masks — policy applies per user, ownership doesn't bypass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table, no copies, every query path — that phrase rules out per-audience views. Columns (mask emails) vs rows (region scoping) vs fleet scale (tags + ABAC). The two-step pattern: write a SQL function using is_account_group_member, then bind it with ALTER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Sharing flavor decided by the recipient: on Databricks -&gt; D2D (UC-native). Not on Databricks (pandas, Power BI) -&gt; open sharing protocol. Live data, no copies either way. Lineage: captured automatically, viewed in Catalog Explorer's Lineage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swapped-purpose distractor is a standard trap: OPTIMIZE compacts small files; VACUUM deletes old unreferenced files — and thereby limits time travel (1-hour retention kills day-old comparisons). Predictive optimization automates both, for UC MANAGED tables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DDL: CLUSTER BY at create time (PARTITIONED BY is legacy; ZORDER is an OPTIMIZE option; BUCKETED BY is invented). Headline feature: keys can change with a simple ALTER — the new layout applies incrementally, no table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Skew signature: max task time far beyond median (35 s median / 41 min max), one task reading far more data. Spill: 'Spill (Memory)' and 'Spill (Disk)' mean partitions didn't fit in executor memory and overflowed to disk. The post-shuffle partition knob is spark.sql.shuffle.partitions.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signatures. collect() kills the session while executors look healthy = driver OOM (stopgap: spark.driver.memory; real fix: don't collect). Fails before any stage + init script = infrastructure. ModuleNotFoundError after switching clusters = library not on THIS compute. Slow trend = run history first (already covered).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process, not content: constraint keywords select answers; simplest-sufficient beats also-works; domain scores drive the final week. Pair this deck with the mock exam's domain scoring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INSTRUCTOR-LED CERTIFICATION SERIES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Certified Data Engineer Associate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Every concept the quizzes and mock exam test — in one pass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Sequenced by the seven exam domains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Concept review — rules, syntax, and decision patterns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1234440"/>
            <a:ext cx="1874520" cy="2286000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2084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6459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6720840" y="2926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· 90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Blueprint-weighted to the May 4, 2026 exam guide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DECK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domains, weighted like the exam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9260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(of 45)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Intelligence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Ingestion &amp; Loading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Transformation &amp; Modeling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with Lakeflow Jobs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Implementing 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Troubleshooting, Monitoring &amp; Optimization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3–4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&amp; 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DECK IN ORDER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follows the exam blueprint — the same sequence the course taught. Flag any slide that feels shaky; that domain leads your final-week plan.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lakehouse in three facts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copy, every workload.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governed Delta copy serves ETL, SQL, streaming, and ML — no lake/warehouse split, no duplicates.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190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is the default.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without a USING clause creates a Delta table. Parquet/CSV/Iceberg require explicit syntax.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40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_delta_log = ACID.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ordered transaction log on cloud object storage gives atomic commits and table versioning — no locks, no proprietary format.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sales (id INT, amount DOUBLE)   -- → Delta, always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is a TABLE format built on the Parquet FILE format — the log adds transactions and time travel.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plane, data plane, and the serverless 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260604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— Databricks' account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UI, notebooks metadata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scheduling service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metastore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60604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 — where compute runs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compute: clusters run in YOUR cloud account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compute: runs in Databricks' account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Serverless: Spark knobs (shuffle.partitions...) are mostly not settable — managed for you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serverless trap: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“serverless is always cheaper” is FALSE. Always simpler, yes — cost depends on the workload.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Catalog: the object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769364" cy="10515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30759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764792"/>
            <a:ext cx="167792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region · top of the tree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99132" y="15316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10612" y="1234440"/>
            <a:ext cx="1769364" cy="10515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10612" y="130759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656332" y="1764792"/>
            <a:ext cx="167792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 part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52544" y="15316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64024" y="1234440"/>
            <a:ext cx="1769364" cy="10515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64024" y="130759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9744" y="1764792"/>
            <a:ext cx="167792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name part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05956" y="15316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917436" y="1234440"/>
            <a:ext cx="1769364" cy="10515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17436" y="130759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· VIEW · VOLUME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63156" y="1764792"/>
            <a:ext cx="167792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name part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2606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my_catalog.finance.invoices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middle element is always the schema.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31729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non-tabular files (raw CSVs, images) under the same hierarchy. Tables govern tabular data.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 → catalog → schema → table. The workspace is not part of the data hierarchy.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 +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external tables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— UC owns data + metadata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 deletes files AND metadata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Recoverable: UNDROP TABLE within the retention window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for predictive optimization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EXTENDED shows Type: MANAGED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E31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— created with LOCATION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removes metadata only — files remain in your storage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Fits: company-owned storage account, non-Databricks tools reading files directly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governed by UC via an external location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Databricks to manage lifecycle? Convert external → managed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TELL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... LOCATION 's3://...' ⇒ external. No LOCATION ⇒ managed.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CTAS, CASTs, and views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24128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AND populates a table in one statement. Column types are inferred from the query — a column-type list cannot be declared.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specific type?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inside the SELECT. That is the only type-control mechanism CTAS has.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17627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VIEW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 — colleagues (and your next session) cannot see it. A standard view is a stored query, visible per its grants.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752344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EXISTS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an existing table with data: no error, no overwrite — the statement is a silent no-op.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401568"/>
            <a:ext cx="8229600" cy="77724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40156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silver.orders 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CAST(order_date AS DATE) AS order_date FROM bronze.orders;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“CREATE TABLE t (order_date DATE) AS SELECT ...” is invalid — the parenthesized type list is the classic wrong answer.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travel and recovery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52928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Fastest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the table as it was at version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* FROM events VERSION AS OF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the table back after a bad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TABLE events TO VERSION AS OF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table dropped 10 minutes ago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UNDROP TABLE — recoverable within the retention window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 older than VACUUM retention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Gone — VACUUM deleted those files; time travel past it fails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Readers while an UPDATE is running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the last committed version — readers never block (ACID)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AS OF reads history without changing anything; RESTORE writes a new version.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compute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keywords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Ad-hoc SQL + BI dashboards, no Python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SQL warehouse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start, auto-scaling, SQL-optimized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Nightly unattended production ETL, budget-aware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compute / serverless jobs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Per-run: starts, runs, terminates — no idle 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multi-language development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All-purpose cluster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Long-lived, shared, attach notebooks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Spiky loads; team wants to stop tuning clusters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jobs compute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manages sizing entirely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always-on all-purpose cluster for scheduled production jobs — it lingers and bills after the run.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1 ·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Medallion: each layer has a contract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487168" cy="13716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9019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as-arrived · minimal transformation · auditability + reprocessing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16936" y="18288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28416" y="1371600"/>
            <a:ext cx="2487168" cy="13716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28416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74136" y="19019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· cast + validated · trustworthy for downstream use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88152" y="18288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99632" y="1371600"/>
            <a:ext cx="2487168" cy="13716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99632" y="1444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45352" y="19019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aggregated, business-ready · serves BI and reporting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fidelity at bronze.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nested structures and raw values — cleaning belongs to silver, aggregation to gold.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ONE-LINER EACH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= replayable history. Silver = clean and conformed. Gold = answers for the business.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INTO: the idempotent SQL loader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by design.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tracks every file it has loaded and skips them on rerun — running it twice adds no duplicate rows.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SQL.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teams that work exclusively in SQL: nightly batches of files from a volume into a Delta table.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Incremental, not a reload.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... read_files and CREATE OR REPLACE TABLE reload everything — COPY INTO loads only what is new.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127248"/>
            <a:ext cx="8229600" cy="96012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12724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INTO 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'/Volumes/main/retail/landing/'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FILEFORMAT = CSV  FORMAT_OPTIONS ('header' = 'true');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 with nothing new ⇒ 0 rows loaded, no error, no duplicates.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Loader: streaming file ingestion at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format("cloudFiles")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Auto Loader — a Structured Streaming source for files landing in cloud storage.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65506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checkpoint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which files were processed, across runs — exactly-once ingestion, survives restarts.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25856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millions of files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arriving continuously — the scale where COPY INTO stops being practical.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86207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millions of files?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discovery to file notification mode — event-driven beats re-listing directories for latency and cost.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364992"/>
            <a:ext cx="8229600" cy="9144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3649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spark.readStream.format("cloudFiles")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.option("cloudFiles.format", "json")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.option("cloudFiles.schemaLocation", checkpoint_path).load(source)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drift: evolution and rescue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 · addNewColumns (default)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stops once with a schema-change error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location is updated automatically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restart, the stream continues with the new column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stop-and-recover — not a failure to fix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MISMATCH · _rescued_data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STRING arrives where the schema expects INT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mismatched value is captured in _rescued_data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row is ingested — nothing is dropped, stream keeps running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rescued column; nothing is lost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 = stop once, then succeed. Bad type = rescued, never fatal.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the ingestion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signature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CSVs nightly · SQL-only team · safe reruns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COPY INTO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Millions of files, continuous, schema drifts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Loader (+ schema evolution)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or database source (Salesforce, SQL Server) · least engineering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Lakeflow Connect managed connector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REST API · custom auth · no connector exists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API client scheduled with Lakeflow Jobs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BEATS WORKS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options function, pick the simplest one that satisfies every stated constraint.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INGESTION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details the exam probes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trigger(availableNow=True)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all data available right now, then STOP — a streaming read run as a scheduled batch. No always-on cluster.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tiers: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connectors automate the most operations (least engineering); STANDARD connectors trade automation for customization via pipeline/streaming APIs.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Bronze-as-STRING pattern: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unreliable CSV sources, land columns as STRING + audit metadata — nothing is rejected at bronze; types are enforced at silver.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starting point: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managed option that supports your source — drop down a tier only when you need the control.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“Process what's there on a schedule, no continuous cluster” ⇒ availableNow trigger.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· SEMI-STRUCTURED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data: keep it, then navigate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nested types natively.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object → STRUCT column; phone list → ARRAY column. Don't flatten to 40 columns or stringify JSON at bronze.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175564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inside a struct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contact.city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city value (dot syntax)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 → rows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explode(favorite_categories)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output row per array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a delimited string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split(full_name, ' ')[0]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 by index — first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syntax navigates parsed structs. explode fans arrays into rows — it does not touch structs.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INTO: the atomic upsert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23444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customers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updates s ON t.customer_id = s.customer_id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 UPDATE SET 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 MATCHED THEN INSERT *;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atomic statement: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matched rows, inserts unmatched ones. “UPSERT INTO” does not exist; APPLY CHANGES is a declarative-pipeline construct.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3192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famous failure: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target row matched multiple source rows.” Root cause: duplicate merge keys in the source. Fix: deduplicate the source before merging.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FIX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WHEN clauses or the ON condition doesn't resolve ambiguous matches — only source dedup does.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Deduplication: arbitrary vs latest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dropDuplicates(["customer_id"])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one row per key — which row is NOT guaranteed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when any representative row will do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sorting happens as a side effect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record per key — the window pattern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ROW_NUMBER() OVER (PARTITION BY customer_id ORDER BY updated_at DESC)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rows where the row number = 1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pattern that controls WHICH duplicate survives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“Most recent record per key” ⇒ window function, never a bare dropDuplicates or GROUP BY MAX.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datasets without surprises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677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Remedy / rule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vs UNION 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dedupes; UNION ALL keeps duplicates (cheaper)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duplicates kept? UNION 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df1.union(df2)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Positional — mismatched column order silently mixes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unionByName when order differs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INNER JOIN to a dimension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without a match are silently dropped — totals shrink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JOIN (+ COALESCE) keeps and labels them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“Revenue decreased after switching LEFT → INNER” = unmatched fact rows silently dropped.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mirrors: read both languages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85292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order_id IS NOT NULL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df.filter(col("order_id").isNotNull())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/ where are synonyms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COALESCE(store, 'Unknown')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F.coalesce(col("store"), lit("Unknown"))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non-NULL wins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CAST(quantity AS INT)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col("quantity").cast("int") in withColumn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astype — that's pandas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COUNT(DISTINCT customer_id)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F.count_distinct("customer_id")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count() counts non-NULL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 * unit_price (NULL price)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behavior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 in ⇒ NULL out, both languages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DISTINCT removes exact duplicate ROWS — every column equal, not just one key.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TRANSFORMATION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joins: small table, big win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769364" cy="10972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39903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MB dimension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856232"/>
            <a:ext cx="16779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to copy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99132" y="16459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10612" y="1325880"/>
            <a:ext cx="1769364" cy="10972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10612" y="139903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656332" y="1856232"/>
            <a:ext cx="16779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or autoBroadcastJoinThreshold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52544" y="16459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64024" y="1325880"/>
            <a:ext cx="1769364" cy="10972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64024" y="139903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executor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9744" y="1856232"/>
            <a:ext cx="16779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locally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05956" y="164592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917436" y="1325880"/>
            <a:ext cx="1769364" cy="10972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17436" y="1399032"/>
            <a:ext cx="17693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big shuffle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963156" y="1856232"/>
            <a:ext cx="16779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900 GB fact never moves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fix: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spark.sql.shuffle.partitions (still shuffles), cross joins, or splitting the fact into UNION ALL branches.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“Small lookup + huge fact + shuffle-heavy join” ⇒ broadcast the small side.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are contracts; quarantine keeps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constraint — all or nothing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(quantity &gt; 0) on the table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1,000-row INSERT with 3 bad rows → the whole INSERT fails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partial writes, no auto-skipping, no NULL conversion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bad data must never land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split — flow + visibility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valid rows → silver, invalid rows → a quarantine table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 keeps running; bad rows stay investigable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invalid rows must not stop the pipeline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BY REQUIREMENT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“Must not stop the load, but keep bad rows visible” ⇒ quarantine, not constraints.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3 · GOLD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the business: views, MVs, and approximations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23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67712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query logic, always-current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Re-executes the query each 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multi-table aggregate, read constantly, ≤1 h staleness 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Materialized view on a refresh schedule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Precomputed — dashboard reads are cheap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 count over a billion rows, exactness not required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approx_count_distinct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approximate cardinality (HyperLogLog)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“Repeatedly runs an expensive aggregation” + “may lag by an hour” ⇒ materialized view.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compute, and go-live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Jobs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orchestration service — “Databricks Workflows” is the legacy name. Lakeflow Connect is the ingestion family.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run on per-run compute: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clusters or serverless jobs compute — created for the run, terminated after it.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but not live yet?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job with its trigger set to Paused — fully set up, executes nothing until unpaused.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“Fully configured this week, must not run until go-live” ⇒ paused trigger, not a far-future schedule.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semantics: edges, parallelism, and failure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arrow: a task runs only after its dependencies succeed. Tasks with NO edge between them run in PARALLEL — automatically.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“Upstream failed”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downstream task was skipped because its dependency failed — the task itself never ran.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fix transient only.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bug fails every retry. Fix the code, then use Repair run — retries were never the answer.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If/else condition task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the DAG on a boolean — “full rebuild on the 1st of the month, incremental otherwise.”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THE FAILURE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Succeeds on retry ⇒ transient ⇒ retries. Fails every time ⇒ deterministic ⇒ fix, then repair.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let the data start the job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68880"/>
        </p:xfrm>
        <a:graphic>
          <a:graphicData uri="http://schemas.openxmlformats.org/drawingml/2006/table">
            <a:tbl>
              <a:tblPr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every night at 02:00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(cron)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land in a storage location at unpredictable times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arrival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silver TABLE gets new commits from upstream jobs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Stream-like, always-on processing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must exist but never fire (yet)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NOUN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landing ⇒ file arrival. A table being updated ⇒ table update. Don't poll for either.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patterns in the DAG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For-each task: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one task over a list (regions, stores) with a concurrency limit — not 14 copied tasks or if/else chains.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Run-if “All done”: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task (status notification) runs whether dependencies succeeded or failed.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with an interval: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mechanism for intermittent failures that succeed on retry (flaky APIs).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task types: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pipeline task runs a declarative pipeline inside the DAG; a dashboard task refreshes BI after the gold load.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MAP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“Once per X, up to N in parallel” ⇒ for-each. “Notify regardless of outcome” ⇒ run-if All done.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DECLARATIVE PIPELINES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Pipelines: inferred order, declared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inferred.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reads who-reads-whom: silver reading bronze IS the dependency declaration — no depends_on edges.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Expectations,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policies: expect (warn, keep rows) · expect_or_drop (drop rows, record metrics) · expect_or_fail (stop the update).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≠ expectation.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CHECK constraint aborts the entire write; an expectation is a per-run pipeline policy with metrics.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table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object for incremental append ingestion. A pipeline runs inside a job DAG via the pipeline task type.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OLD-NAME BAIT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DLT → Lakeflow Spark Declarative Pipelines. Current Python API: from pyspark import pipelines as dp.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values between tasks and notebooks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parameter → notebook task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 surface as widgets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dbutils.widgets.get("env")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A computes a value Task B needs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values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dbutils.jobs.taskValues.set / .get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 helper functions across notebooks in a session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%run ./helpers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CHECK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%run shares a session; a job task runs isolated — nothing defined there is shared.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4 · LAKEFLOW JOBS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runs and run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run: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re-executes the failed task and its downstream tasks only. Already-successful tasks are never re-executed.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creeping up across weeks?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history matrix — per-task durations compared across runs — is the FIRST evidence: when it began, which task.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Single-run deep dive: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Spark UI. It inspects one run — it cannot show a trend.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across runs ⇒ run history. Depth within one run ⇒ Spark UI.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· CI/CD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folders: what lives 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WORKSPACE GIT FOLDER UI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switch branches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changes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the remote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development loop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315468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GIT PROVIDER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pull request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approve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 links out; it does not merge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Branch/commit/push inside Databricks — PR lifecycle in GitHub/GitLab/DevOps.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5 · CI/CD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Bundles: one codebase, many targets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051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databricks.yml — targets express the environments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dev:  { variables: { schema: dev_analytics }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prod: { variables: { schema: analytics }, mode: production 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587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0449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+ references resolve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16936" y="276606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328416" y="251460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28416" y="2587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-t dev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74136" y="30449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resources in the target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88152" y="276606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99632" y="251460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99632" y="258775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-t dev my_job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45352" y="30449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deployed job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to main ⇒ CI runs bundle deploy -t prod as a service principal — nobody clicks Deploy.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7 ·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privilege chain — and the veto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3075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CATALOG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7647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catalog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16936" y="14859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28416" y="123444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28416" y="13075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SCHEMA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74136" y="17647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schema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88152" y="14859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99632" y="1234440"/>
            <a:ext cx="2487168" cy="9601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99632" y="13075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45352" y="17647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table — or the schema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SELECT at the schema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cover all current AND future tables — per-table grants miss tomorrow's tables; ALL PRIVILEGES over-grants.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31272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beats every grant.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inheriting SELECT through a group can still be blocked: DENY on that user wins. REVOKE only removes one specific grant.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“Has SELECT, still gets a permission error” ⇒ missing USE CATALOG / USE SCHEMA.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7 ·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Principals — and who masks apply 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principal types: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groups, and service principals. Tables/catalogs/functions are securables, not principals; clusters and warehouses are neither.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7647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to groups.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grants don't scale and don't survive turnover — the exam's best-practice answer is always the group.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get identities too: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 job or CI pipeline authenticates as a SERVICE PRINCIPAL — never as a named person.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are NOT exempt from masks.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owner outside the allowed group sees masked values like everyone else — ownership administers, it doesn't bypass policy.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owner sees the real emails” — false. Masks and filters apply on every query path, to everyone.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7 ·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filters, column masks, ABAC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35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67712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binds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sees raw emails; others see masked — same table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mask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function + ALTER TABLE ... SET MASK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vendor sees only its region's rows, on every query path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filter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+ ALTER TABLE ... SET ROW FILTER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Identical masking on every column tagged pii_email, 3,000 tables, managed centrally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ABAC policy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Tag-driven — no per-table edits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RULE-OUTS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extra copies / every query path” eliminates per-audience views. “Thousands of tables, central team” ⇒ ABAC.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7 ·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Sharing and lineage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210312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↔ DATABRICKS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mounts the share in their own Unity Catalog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UC-native experience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10312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SHARING PROTOCOL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is NOT on Databricks — pandas, Power BI, Spark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read access via the protocol — no CSV exports, no copies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is automatic.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captures upstream/downstream lineage from query execution — view it on the table’s Lineage tab in Catalog Explorer. No scanner to install.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BY RECIPIENT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“Partner doesn’t use Databricks” ⇒ open Delta Sharing. Same platform ⇒ D2D.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6 · OPTIMIZATION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OPTIMIZE, VACUUM, and predictive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compacts many small files into fewer larger ones — faster reads.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181051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old files no longer referenced by the log — and time travel to versions older than the retention window stops working.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52374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optimization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OPTIMIZE / VACUUM automatically — for Unity Catalog managed tables. It does not rewrite queries or cover external tables.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swapped pairing (“OPTIMIZE deletes, VACUUM compacts”) is the standard wrong answer. VACUUM at 1-hour retention breaks day-old time travel.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6 · OPTIMIZATION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Clustering: layout without rewrites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32588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09728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sales (...) CLUSTER BY (store);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patterns changed? re-key without a rewrite: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sales CLUSTER BY (region, order_date);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re-layout.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ALTER ... CLUSTER BY, the new layout applies as data is written and optimized — no full rewrite, no re-ingest.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the legacy pair: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PARTITIONED BY means rebuilding the table; ZORDER must re-run OPTIMIZE over history.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“Clustering keys no longer fit the queries” ⇒ ALTER TABLE ... CLUSTER BY — that's the headline feature.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6 · TROUBLESHOOTING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Spark UI: skew and spill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39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3977640" cy="265176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SKEW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1792" y="152704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task 35 s, max 41 min — max ≫ median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reads far more data than the rest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oversized partitions do all the 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651760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51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“Spill (Memory)” / “Spill (Disk)” values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too large for executor memory — overflow to disk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Levers: more/smaller partitions or more memory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767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spark.sql.shuffle.partitions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partition count after a wide op — on SERVERLESS, knobs like this are mostly not settable; Databricks manages them.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Profile reading order: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stage first → task-duration distribution → I/O and spill counters.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6 · TROUBLESHOOTING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triage: read the clue, name the category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REVIEW  ·  JULY 2026  ·  40</a:t>
            </a:r>
            <a:endParaRPr lang="en-US" sz="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63347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Symptom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lever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collect() on 300 M rows kills the session; executors show no pressure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OOM — collect() funnels everything to the driver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spark.driver.memory (stopgap) — real fix: don't collect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dies at cluster start, before any Spark stage; init script error in the event 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/ cluster startup failure — not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the init script / environment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ModuleNotFoundError today; same notebook worked yesterday on another cluster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 not installed on the compute now attached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the library on this cluster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370832"/>
            <a:ext cx="8229600" cy="420624"/>
          </a:xfrm>
          <a:prstGeom prst="rect">
            <a:avLst/>
          </a:prstGeom>
          <a:solidFill>
            <a:srgbClr val="F7F9FA"/>
          </a:solidFill>
          <a:ln w="9525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CLUE   </a:t>
            </a:r>
            <a:r>
              <a:rPr lang="en-US" sz="11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“Executors healthy” points at the driver. “Before any stage” points at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with a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3716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· 90 MINUTES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14600" cy="13716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TARGET (≈70%) — NOT AN OFFICIAL PASS SCORE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14600" cy="1371600"/>
          </a:xfrm>
          <a:prstGeom prst="rect">
            <a:avLst/>
          </a:prstGeom>
          <a:solidFill>
            <a:srgbClr val="2230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DOMAIN BELOW — OR IT LEADS YOUR FINAL-WEEK PLAN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Scenarios hide the answer in constraint keywords: “SQL-only”, “least engineering”, “every query path”, “no extra copies”.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When two options work, the exam wants the simplest sufficient one.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Score the mock per domain — your weakest domain decides what you re-read, not your total.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CREO TECHNOLOGIES  ·  DATABRICKS DATA ENGINEER ASSOCIATE  ·  EXAM PREP REVIEW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6871</Words>
  <Application>Microsoft Macintosh PowerPoint</Application>
  <PresentationFormat>On-screen Show (16:9)</PresentationFormat>
  <Paragraphs>662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Tarek Atwan</cp:lastModifiedBy>
  <cp:revision>3</cp:revision>
  <dcterms:created xsi:type="dcterms:W3CDTF">2026-07-17T06:29:59Z</dcterms:created>
  <dcterms:modified xsi:type="dcterms:W3CDTF">2026-08-21T09:48:13Z</dcterms:modified>
</cp:coreProperties>
</file>