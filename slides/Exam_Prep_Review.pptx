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review deck built from the Week 1-4 quizzes, pre-week starters, self-review banks, and the 45-question mock exam. Run it in Week 5 or as a final self-study pass. Each slide teaches a tested concept; no quiz answers are revealed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mock exam mirrors these weights. Transformation + Ingestion = 19 of 45 questions; governance is the biggest of the back half. Tell learners: if short on time, review in this order top to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1. Three platform questions on the exam, and they are nearly free points: value proposition, default format, and the transaction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Domain 1 territory. Control plane = Databricks' account: UI, job scheduling, notebook metadata, UC metastore. Classic compute runs in YOUR cloud account; serverless compute runs in Databricks' account. The trap: 'serverless is always cheaper' is FALSE — it is always simpler; cost depends on workload shape. On serverless, Spark tuning knobs are mostly not settable.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1. Hierarchy ordering and 'what does the middle element mean' are recurring quiz items. Volumes vs tables: tabular vs non-tabular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from both directions: DROP semantics (Week 1) and choosing external for own-storage + non-Databricks readers (mock Q40). Conversion external-to-managed is on the May 2026 outline.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CTAS type-control rule is a favorite trap: you cannot declare a column-type list on CTAS. Temp view invisibility to colleagues is another recurring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recovery scenarios, three different tools. VERSION AS OF only reads; RESTORE mutates; UNDROP brings back a dropped managed table. VACUUM's effect on time travel is covered again in optimization.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selection appears in Week 1 quiz, mock Q2, and the serverless question in Week 3 self-review. Keywords in the scenario decide it: 'SQL-only + BI' vs 'nightly unattended' vs 'stop managing compute'.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and silver definitions are asked directly. Silver = dedupe + cast + validate is the phrase to lock in; the mock asks 'which layer applies deduplication, type casting, and validation'.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2. Idempotency is THE tested property — rerun with no new files loads zero rows because loaded files are tracked and skipped. Best-fit scenario: SQL-only team, ~dozens of files, scheduled batch, safe reruns.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format('cloudFiles') identifies Auto Loader. The checkpoint records processed-file progress for exactly-once across restarts. File notification mode is the answer when file counts reach tens of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distinct behaviors, both tested: NEW column -&gt; stream stops once and succeeds on restart (deliberate contract). WRONG TYPE -&gt; value lands in _rescued_data, row still ingested. Neither drops data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highest-yield decision table in the deck. The scenario's constraints select the tool. 'Auto Loader also works' is often true — but the exam wants the SIMPLEST sufficient option (Week 2 Q7).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Practice-bank additions. trigger(availableNow=True) = process everything available, then stop — batch-shaped streaming. Connector tiers: managed automates the most; standard connectors offer more customization via pipeline/streaming APIs. Bronze-as-STRING pattern: for unreliable sources, land everything as STRING + audit columns; enforce types at silver.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Storage rule: preserve STRUCT + ARRAY in Delta at bronze (mock Q12). Then the three access patterns: dot syntax for structs, explode for arrays, split for delimited strings.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 INTO is the answer to 'update matching + insert non-matching in one atomic statement' (UPSERT INTO does not exist). Its famous failure: multiple source rows match one target row -&gt; dedupe the source on the merge key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dropDuplicates(subset) keeps A row per key but you can't control which. 'Most recent per key' requires the ROW_NUMBER window pattern. GROUP BY MAX and SELECT DISTINCT are the standard wrong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silent-bug generators: UNION dedupes when you wanted duplicates kept; df.union mixes columns positionally; INNER JOIN drops unmatched rows and shrinks revenue. Each has a one-line remedy.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 has no coding environment but requires READING SQL and PySpark. These are the tested mirrors from the practice banks. Also: NULL arithmetic returns NULL in both languages, and SELECT DISTINCT removes exact duplicate ROWS (all columns equal).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scenario is always a small dimension (a few MB) joined to a huge fact (hundreds of GB to TB) with slow shuffles. Broadcasting ships the small table to every executor and eliminates the large-side shuffle.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constraint: one violating row aborts the ENTIRE write — 997 good rows do not land. When invalid rows must not stop the load but stay visible: split the load into silver + quarantine.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Materialized view wins when an expensive aggregation is read repeatedly and staleness up to the refresh interval is acceptable. approx_count_distinct trades a small bounded error for speed on billion-row cardinality.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question is free points: Lakeflow Jobs is the orchestrator (formerly Workflows); Lakeflow Connect is ingestion. Deploy-now-run-later = paused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Domain 4 fundamentals. depends_on = execution-order edge; no edge = parallel. Downstream of a failure shows 'Upstream failed' — it was skipped, not failed. Retries fix transient failures only — a deterministic bug fails every retry; fix the code, then Repair. If/else condition task branches the DAG (full rebuild on the 1st vs incremental).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 selection by scenario. File arrival watches storage; table update watches a table's commits — the distinction between W3 Q2 and Q3. Polling schedules that mostly find nothing are the anti-pattern being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for-each = run a task once per list element with a concurrency cap (14 regions / 4 parallel; 30 stores / 5 parallel). Run-if 'All done' = notification tasks that always run. Retries = first answer for transient failures. Pipeline and dashboard are named task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Lakeflow Spark Declarative Pipelines (formerly DLT). Dependency order is INFERRED from references — silver reading bronze IS the dependency; no depends_on. Expectations: @dp.expect warns, @dp.expect_or_drop drops failing rows + records metrics, @dp.expect_or_fail stops the update. Constraint vs expectation: a table CHECK aborts the whole write; an expectation is a pipeline policy. Streaming table = incremental append object; runs in a job via the pipeline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mechanisms, three scopes: job parameter -&gt; widget inside the notebook task; task-to-task at runtime -&gt; taskValues; sharing helper functions within a session -&gt; %run. Each is the wrong answer for the others'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run semantics: re-executes the failed task and its downstream (skipped) tasks only — successful tasks never rerun, and two hours of completed work is preserved. Trend diagnosis lives in run history (matrix view), not the Spark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boundary is the tested fact: the workspace Git folder UI covers the daily loop (branch, switch, commit, push). PR creation, review, and merge always happen in the provider — GitHub, GitLab, Azure DevOps.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databricks.yml defines the bundle. Dev/prod differences live in the targets block with variable overrides (schema, schedule) — never two YAML files or manual edits. CLI order: validate, deploy -t, run -t. Automation: CI runs deploy -t prod as a service principal on merge to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alone can't reach a table: USE CATALOG and USE SCHEMA on the parents are required (mock Q39 = the classic 'granted SELECT but still denied' scenario). Schema-level SELECT inherits to current AND future tables. DENY overrides everything a user inherits from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Domain 7 additions. Only three principal types receive grants: users, groups, service principals. Best practice: grant to groups. Production jobs and CI authenticate as service principals. And the surprise: table OWNERS are not exempt from masks — policy applies per user, ownership doesn't bypass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table, no copies, every query path — that phrase rules out per-audience views. Columns (mask emails) vs rows (region scoping) vs fleet scale (tags + ABAC). The two-step pattern: write a SQL function using is_account_group_member, then bind it with ALTER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Sharing flavor decided by the recipient: on Databricks -&gt; D2D (UC-native). Not on Databricks (pandas, Power BI) -&gt; open sharing protocol. Live data, no copies either way. Lineage: captured automatically, viewed in Catalog Explorer's Lineage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swapped-purpose distractor is a standard trap: OPTIMIZE compacts small files; VACUUM deletes old unreferenced files — and thereby limits time travel (1-hour retention kills day-old comparisons). Predictive optimization automates both, for UC MANAGED tables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DDL: CLUSTER BY at create time (PARTITIONED BY is legacy; ZORDER is an OPTIMIZE option; BUCKETED BY is invented). Headline feature: keys can change with a simple ALTER — the new layout applies incrementally, no table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Skew signature: max task time far beyond median (35 s median / 41 min max), one task reading far more data. Spill: 'Spill (Memory)' and 'Spill (Disk)' mean partitions didn't fit in executor memory and overflowed to disk. The post-shuffle partition knob is spark.sql.shuffle.partitions.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signatures. collect() kills the session while executors look healthy = driver OOM (stopgap: spark.driver.memory; real fix: don't collect). Fails before any stage + init script = infrastructure. ModuleNotFoundError after switching clusters = library not on THIS compute. Slow trend = run history first (already covered).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process, not content: constraint keywords select answers; simplest-sufficient beats also-works; domain scores drive the final week. Pair this deck with the mock exam's domain scoring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Prep Review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 Data Engineer Associate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Every concept the quizzes and mock exam test — in one pass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Sequenced by the seven exam domains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Concept review — rules, syntax, and decision patterns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720840" y="1234440"/>
            <a:ext cx="187452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137160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20840" y="1645920"/>
            <a:ext cx="1874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6720840" y="292608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· 90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Blueprint-weighted to the May 4, 2026 exam guide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DECK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domains, weighted like the exam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73736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(of 45)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week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Databricks Intelligence Platform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Ingestion &amp; Loading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Transformation &amp; Modeling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with Lakeflow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Implementing CI/CD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Troubleshooting, Monitoring &amp; Optimization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Weeks 3–4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Governance &amp; Security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THIS DECK IN ORDER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follows the exam blueprint — the same sequence the course taught. Flag any slide that feels shaky; that domain leads your final-week plan.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lakehouse in three facts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copy, every workload.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governed Delta copy serves ETL, SQL, streaming, and ML — no lake/warehouse split, no duplicates.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1907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is the default.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TABLE without a USING clause creates a Delta table. Parquet/CSV/Iceberg require explicit syntax.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40864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_delta_log = ACID.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transaction log on cloud object storage gives atomic commits and table versioning — no locks, no proprietary format.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46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sales (id INT, amount DOUBLE)   -- → Delta, always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is a TABLE format built on the Parquet FILE format — the log adds transactions and time travel.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plane, data plane, and the serverless trap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260604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PLANE — Databricks' account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UI, notebooks metadata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scheduling service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metastore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260604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PLANE — where compute runs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compute: clusters run in YOUR cloud account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compute: runs in Databricks' account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Serverless: Spark knobs (shuffle.partitions...) are mostly not settable — managed for you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serverless trap: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“serverless is always cheaper” is FALSE. Always simpler, yes — cost depends on the workload.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Catalog: the object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 region · top of the tree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199132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10612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610612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656332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name part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52544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64024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764024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9744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name part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05956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917436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0" name="Text 17"/>
          <p:cNvSpPr/>
          <p:nvPr/>
        </p:nvSpPr>
        <p:spPr>
          <a:xfrm>
            <a:off x="6917436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· VIEW · VOLUME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63156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name part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6060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my_catalog.finance.invoices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middle element is always the schema.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57200" y="31729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non-tabular files (raw CSVs, images) under the same hierarchy. Tables govern tabular data.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 → catalog → schema → table. The workspace is not part of the data hierarchy.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 +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 tables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— UC owns data + metadata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TABLE deletes files AND metadata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Recoverable: UNDROP TABLE within the retention window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for predictive optimization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EXTENDED shows Type: MANAGED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— created with LOCATION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removes metadata only — files remain in your storage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Fits: company-owned storage account, non-Databricks tools reading files directly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governed by UC via an external location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Databricks to manage lifecycle? Convert external → managed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TELL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TABLE ... LOCATION 's3://...' ⇒ external. No LOCATION ⇒ managed.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CTAS, CASTs, and views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24128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populates a table in one statement. Column types are inferred from the query — a column-type list cannot be declared.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00200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 specific type?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 inside the SELECT. That is the only type-control mechanism CTAS has.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176272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 VIEW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session-scoped — colleagues (and your next session) cannot see it. A standard view is a stored query, visible per its grants.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2752344"/>
            <a:ext cx="8229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 EXISTS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an existing table with data: no error, no overwrite — the statement is a silent no-op.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3401568"/>
            <a:ext cx="8229600" cy="7772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40156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silver.orders 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id, CAST(order_date AS DATE) AS order_date FROM bronze.orders;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“CREATE TABLE t (order_date DATE) AS SELECT ...” is invalid — the parenthesized type list is the classic wrong answer.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travel and recovery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Fastest fix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 the table as it was at version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* FROM events VERSION AS OF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the table back after a bad UPDATE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TABLE events TO VERSION AS OF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 table dropped 10 minutes ago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UNDROP TABLE — recoverable within the retention window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 older than VACUUM retention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Gone — VACUUM deleted those files; time travel past it fails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Readers while an UPDATE is running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the last committed version — readers never block (ACID)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AS OF reads history without changing anything; RESTORE writes a new version.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compute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25603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keywords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Ad-hoc SQL + BI dashboards, no Python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Serverless SQL warehouse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 start, auto-scaling, SQL-optimized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Nightly unattended production ETL, budget-aware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compute / serverless jobs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Per-run: starts, runs, terminates — no idle cost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Interactive multi-language development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All-purpose cluster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Long-lived, shared, attach notebooks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Spiky loads; team wants to stop tuning clusters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Serverless jobs compute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Databricks manages sizing entirely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always-on all-purpose cluster for scheduled production jobs — it lingers and bills after the run.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Medallion: each layer has a contract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raw, as-arrived · minimal transformation · auditability + reprocessing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16936" y="18288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28416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328416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374136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deduplicated · cast + validated · trustworthy for downstream use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788152" y="18288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99632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45352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aggregated, business-ready · serves BI and reporting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fidelity at bronze.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nested structures and raw values — cleaning belongs to silver, aggregation to gold.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ONE-LINER EACH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= replayable history. Silver = clean and conformed. Gold = answers for the business.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INTO: the idempotent SQL loader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by design.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tracks every file it has loaded and skips them on rerun — running it twice adds no duplicate rows.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SQL.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teams that work exclusively in SQL: nightly batches of files from a volume into a Delta table.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Incremental, not a reload.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INTO ... read_files and CREATE OR REPLACE TABLE reload everything — COPY INTO loads only what is new.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3127248"/>
            <a:ext cx="8229600" cy="96012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127248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INTO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'/Volumes/main/retail/landing/'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FILEFORMAT = CSV  FORMAT_OPTIONS ('header' = 'true');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with nothing new ⇒ 0 rows loaded, no error, no duplicates.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Loader: streaming file ingestion at scale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format("cloudFiles")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 Loader — a Structured Streaming source for files landing in cloud storage.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5506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checkpoint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which files were processed, across runs — exactly-once ingestion, survives restarts.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25856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millions of files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arriving continuously — the scale where COPY INTO stops being practical.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286207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 of millions of files?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discovery to file notification mode — event-driven beats re-listing directories for latency and cost.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3364992"/>
            <a:ext cx="8229600" cy="9144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3649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spark.readStream.format("cloudFiles")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.option("cloudFiles.format", "json")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.option("cloudFiles.schemaLocation", checkpoint_path).load(source)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drift: evolution and rescue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COLUMN · addNewColumns (default)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stops once with a schema-change error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location is updated automatically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restart, the stream continues with the new column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 stop-and-recover — not a failure to fix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MISMATCH · _rescued_data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STRING arrives where the schema expects INT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mismatched value is captured in _rescued_data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row is ingested — nothing is dropped, stream keeps running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the rescued column; nothing is lost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column = stop once, then succeed. Bad type = rescued, never fatal.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Picking the ingestion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521208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signature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for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CSVs nightly · SQL-only team · safe reruns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Millions of files, continuous, schema drifts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 (+ schema evolution)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 or database source (Salesforce, SQL Server) · least engineering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Connect managed connector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REST API · custom auth · no connector exists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Notebook API client scheduled with Lakeflow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BEATS WORKS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two options function, pick the simplest one that satisfies every stated constraint.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details the exam probes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trigger(availableNow=True)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all data available right now, then STOP — a streaming read run as a scheduled batch. No always-on cluster.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6479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 tiers: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connectors automate the most operations (least engineering); STANDARD connectors trade automation for customization via pipeline/streaming APIs.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7802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Bronze-as-STRING pattern: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unreliable CSV sources, land columns as STRING + audit metadata — nothing is rejected at bronze; types are enforced at silver.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19125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starting point: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managed option that supports your source — drop down a tier only when you need the control.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“Process what's there on a schedule, no continuous cluster” ⇒ availableNow trigger.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SEMI-STRUCTURED DATA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Nested data: keep it, then navigate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241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nested types natively.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object → STRUCT column; phone list → ARRAY column. Don't flatten to 40 columns or stringify JSON at bronze.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10896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inside a struct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contact.city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city value (dot syntax)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Array → rows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explode(favorite_categories)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output row per array element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delimited string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split(full_name, ' ')[0]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 by index — first name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syntax navigates parsed structs. explode fans arrays into rows — it does not touch structs.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INTO: the atomic upsert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8229600" cy="12344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972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INTO customers 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updates s ON t.customer_id = s.customer_id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MATCHED THEN UPDATE SET 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NOT MATCHED THEN INSERT *;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60604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atomic statement: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matched rows, inserts unmatched ones. “UPSERT INTO” does not exist; APPLY CHANGES is a declarative-pipeline construct.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31927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famous failure: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target row matched multiple source rows.” Root cause: duplicate merge keys in the source. Fix: deduplicate the source before merging.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FIX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WHEN clauses or the ON condition doesn't resolve ambiguous matches — only source dedup does.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Deduplication: arbitrary vs latest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7F8C8D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dropDuplicates(["customer_id"])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one row per key — which row is NOT guaranteed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 when any representative row will do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sorting happens as a side effect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record per key — the window pattern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ROW_NUMBER() OVER (PARTITION BY customer_id ORDER BY updated_at DESC)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rows where the row number = 1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pattern that controls WHICH duplicate survives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“Most recent record per key” ⇒ window function, never a bare dropDuplicates or GROUP BY MAX.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datasets without surprises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Remedy / 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vs UNION ALL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dedupes; UNION ALL keeps duplicates (cheaper)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duplicates kept? UNION ALL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df1.union(df2)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Positional — mismatched column order silently mixes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unionByName when order differs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INNER JOIN to a dimension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 without a match are silently dropped — totals shrink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LEFT JOIN (+ COALESCE) keeps and labels them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“Revenue decreased after switching LEFT → INNER” = unmatched fact rows silently dropped.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 mirrors: read both languages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20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PySpark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order_id IS NOT NULL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df.filter(col("order_id").isNotNull())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 / where are synonyms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COALESCE(store, 'Unknown')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F.coalesce(col("store"), lit("Unknown"))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non-NULL wins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CAST(quantity AS INT)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col("quantity").cast("int") in withColumn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astype — that's pandas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COUNT(DISTINCT customer_id)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F.count_distinct("customer_id")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count() counts non-NULL rows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 * unit_price (NULL price)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behavior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NULL in ⇒ NULL out, both languages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DISTINCT removes exact duplicate ROWS — every column equal, not just one key.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joins: small table, big win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MB dimension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enough to copy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199132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10612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610612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656332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 or autoBroadcastJoinThreshold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52544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64024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764024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executor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9744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locally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05956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917436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0" name="Text 17"/>
          <p:cNvSpPr/>
          <p:nvPr/>
        </p:nvSpPr>
        <p:spPr>
          <a:xfrm>
            <a:off x="6917436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big shuffle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63156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900 GB fact never moves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fix: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raising spark.sql.shuffle.partitions (still shuffles), cross joins, or splitting the fact into UNION ALL branches.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“Small lookup + huge fact + shuffle-heavy join” ⇒ broadcast the small side.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DATA QUALITY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are contracts; quarantine keeps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constraint — all or nothing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(quantity &gt; 0) on the table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1,000-row INSERT with 3 bad rows → the whole INSERT fails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partial writes, no auto-skipping, no NULL conversion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bad data must never land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 split — flow + visibility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valid rows → silver, invalid rows → a quarantine table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load keeps running; bad rows stay investigable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invalid rows must not stop the pipeline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BY REQUIREMENT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“Must not stop the load, but keep bad rows visible” ⇒ quarantine, not constraints.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GOLD LAYER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the business: views, MVs, and approximations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23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56032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Reusable query logic, always-current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Re-executes the query each read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Expensive multi-table aggregate, read constantly, ≤1 h staleness 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 on a refresh schedule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Precomputed — dashboard reads are cheap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count over a billion rows, exactness not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approx_count_distinct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approximate cardinality (HyperLogLog)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“Repeatedly runs an expensive aggregation” + “may lag by an hour” ⇒ materialized view.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Names, compute, and go-live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orchestration service — “Databricks Workflows” is the legacy name. Lakeflow Connect is the ingestion family.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run on per-run compute: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clusters or serverless jobs compute — created for the run, terminated after it.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but not live yet?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job with its trigger set to Paused — fully set up, executes nothing until unpaused.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“Fully configured this week, must not run until go-live” ⇒ paused trigger, not a far-future schedule.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semantics: edges, parallelism, and failure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depends_on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arrow: a task runs only after its dependencies succeed. Tasks with NO edge between them run in PARALLEL — automatically.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6479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“Upstream failed”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downstream task was skipped because its dependency failed — the task itself never ran.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7802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fix transient only.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 bug fails every retry. Fix the code, then use Repair run — retries were never the answer.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19125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If/else condition task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 the DAG on a boolean — “full rebuild on the 1st of the month, incremental otherwise.”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THE FAILURE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Succeeds on retry ⇒ transient ⇒ retries. Fails every time ⇒ deterministic ⇒ fix, then repair.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Triggers: let the data start the job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560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every night at 02:00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(cron)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land in a storage location at unpredictable times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silver TABLE gets new commits from upstream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Stream-like, always-on processing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must exist but never fire (yet)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NOUN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landing ⇒ file arrival. A table being updated ⇒ table update. Don't poll for either.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patterns in the DAG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For-each task: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one task over a list (regions, stores) with a concurrency limit — not 14 copied tasks or if/else chains.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Run-if “All done”: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task (status notification) runs whether dependencies succeeded or failed.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with an interval: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mechanism for intermittent failures that succeed on retry (flaky APIs).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2971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task types: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pipeline task runs a declarative pipeline inside the DAG; a dashboard task refreshes BI after the gold load.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MAP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“Once per X, up to N in parallel” ⇒ for-each. “Notify regardless of outcome” ⇒ run-if All done.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DECLARATIVE PIPELINES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Pipelines: inferred order, declared quality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is inferred.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reads who-reads-whom: silver reading bronze IS the dependency declaration — no depends_on edges.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6479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Expectations,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policies: expect (warn, keep rows) · expect_or_drop (drop rows, record metrics) · expect_or_fail (stop the update).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7802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≠ expectation.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CHECK constraint aborts the entire write; an expectation is a per-run pipeline policy with metrics.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19125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table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object for incremental append ingestion. A pipeline runs inside a job DAG via the pipeline task type.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OLD-NAME BAIT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DLT → Lakeflow Spark Declarative Pipelines. Current Python API: from pyspark import pipelines as dp.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values between tasks and notebooks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29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37744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parameter → notebook task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 surface as widgets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dbutils.widgets.get("env")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A computes a value Task B needs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values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dbutils.jobs.taskValues.set / .get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Reuse helper functions across notebooks in a session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%run ./helpers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CHECK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%run shares a session; a job task runs isolated — nothing defined there is shared.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runs and run history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re-executes the failed task and its downstream tasks only. Already-successful tasks are never re-executed.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creeping up across weeks?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 history matrix — per-task durations compared across runs — is the FIRST evidence: when it began, which task.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Single-run deep dive: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Spark UI. It inspects one run — it cannot show a trend.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across runs ⇒ run history. Depth within one run ⇒ Spark UI.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5 · CI/CD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what lives where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WORKSPACE GIT FOLDER UI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and switch branches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changes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to the remote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daily development loop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GIT PROVIDER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the pull request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approve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to main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workspace links out; it does not merge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Branch/commit/push inside Databricks — PR lifecycle in GitHub/GitLab/DevOps.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5 · CI/CD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Bundles: one codebase, many targets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515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databricks.yml — targets express the environments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 { variables: { schema: dev_analytics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prod: { variables: { schema: analytics }, mode: production 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2920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+ references resolve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916936" y="276606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28416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Text 11"/>
          <p:cNvSpPr/>
          <p:nvPr/>
        </p:nvSpPr>
        <p:spPr>
          <a:xfrm>
            <a:off x="3328416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-t dev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374136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resources in the target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88152" y="276606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199632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-t dev my_job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245352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deployed job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to main ⇒ CI runs bundle deploy -t prod as a service principal — nobody clicks Deploy.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privilege chain — and the veto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CATALOG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catalog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16936" y="14859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28416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328416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SCHEMA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374136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schema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788152" y="14859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99632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45352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table — or the schema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2468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SELECT at the schema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cover all current AND future tables — per-table grants miss tomorrow's tables; ALL PRIVILEGES over-grants.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312724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beats every grant.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user inheriting SELECT through a group can still be blocked: DENY on that user wins. REVOKE only removes one specific grant.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“Has SELECT, still gets a permission error” ⇒ missing USE CATALOG / USE SCHEMA.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Principals — and who masks apply 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principal types: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groups, and service principals. Tables/catalogs/functions are securables, not principals; clusters and warehouses are neither.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6479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to groups.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grants don't scale and don't survive turnover — the exam's best-practice answer is always the group.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7802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get identities too: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production job or CI pipeline authenticates as a SERVICE PRINCIPAL — never as a named person.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19125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are NOT exempt from masks.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owner outside the allowed group sees masked values like everyone else — ownership administers, it doesn't bypass policy.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owner sees the real emails” — false. Masks and filters apply on every query path, to everyone.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filters, column masks, ABAC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35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binds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sees raw emails; others see masked — same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 mask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function + ALTER TABLE ... SET MASK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vendor sees only its region's rows, on every query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filter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 + ALTER TABLE ... SET ROW FILTER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Identical masking on every column tagged pii_email, 3,000 tables, managed centrally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ABAC policy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Tag-driven — no per-table edits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RULE-OUTS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extra copies / every query path” eliminates per-audience views. “Thousands of tables, central team” ⇒ ABAC.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Sharing and lineage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210312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↔ DATABRICKS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Recipient mounts the share in their own Unity Catalog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UC-native experience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210312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SHARING PROTOCOL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Recipient is NOT on Databricks — pandas, Power BI, Spark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read access via the protocol — no CSV exports, no copies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is automatic.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captures upstream/downstream lineage from query execution — view it on the table’s Lineage tab in Catalog Explorer. No scanner to install.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BY RECIPIENT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“Partner doesn’t use Databricks” ⇒ open Delta Sharing. Same platform ⇒ D2D.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OPTIMIZE, VACUUM, and predictive optimization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compacts many small files into fewer larger ones — faster reads.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81051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VACUUM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deletes old files no longer referenced by the log — and time travel to versions older than the retention window stops working.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52374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optimization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OPTIMIZE / VACUUM automatically — for Unity Catalog managed tables. It does not rewrite queries or cover external tables.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swapped pairing (“OPTIMIZE deletes, VACUUM compacts”) is the standard wrong answer. VACUUM at 1-hour retention breaks day-old time travel.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Clustering: layout without rewrites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8229600" cy="132588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9728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sales (...) CLUSTER BY (store);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query patterns changed? re-key without a rewrite: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sales CLUSTER BY (region, order_date);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697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re-layout.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ALTER ... CLUSTER BY, the new layout applies as data is written and optimized — no full rewrite, no re-ingest.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Versus the legacy pair: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PARTITIONED BY means rebuilding the table; ZORDER must re-run OPTIMIZE over history.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“Clustering keys no longer fit the queries” ⇒ ALTER TABLE ... CLUSTER BY — that's the headline feature.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TROUBLESHOOTING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Spark UI: skew and spill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265176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SKEW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task 35 s, max 41 min — max ≫ median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task reads far more data than the rest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oversized partitions do all the work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265176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“Spill (Memory)” / “Spill (Disk)” values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Partitions too large for executor memory — overflow to disk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Levers: more/smaller partitions or more memory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37673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spark.sql.shuffle.partitions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the partition count after a wide op — on SERVERLESS, knobs like this are mostly not settable; Databricks manages them.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Profile reading order: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longest stage first → task-duration distribution → I/O and spill counters.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TROUBLESHOOTING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triage: read the clue, name the category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40</a:t>
            </a:r>
            <a:endParaRPr lang="en-US" sz="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2194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Symptom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lever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collect() on 300 M rows kills the session; executors show no pressure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OOM — collect() funnels everything to the driver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spark.driver.memory (stopgap) — real fix: don't collect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dies at cluster start, before any Spark stage; init script error in the event log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/ cluster startup failure — not code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the init script / environment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ModuleNotFoundError today; same notebook worked yesterday on another cluster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Library not installed on the compute now attached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Install the library on this cluster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CLUE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“Executors healthy” points at the driver. “Before any stage” points at infrastructure.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 with a plan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· 90 MINUTES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TARGET (≈70%) — NOT AN OFFICIAL PASS SCORE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DOMAIN BELOW — OR IT LEADS YOUR FINAL-WEEK PLAN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Scenarios hide the answer in constraint keywords: “SQL-only”, “least engineering”, “every query path”, “no extra copies”.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When two options work, the exam wants the simplest sufficient one.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Score the mock per domain — your weakest domain decides what you re-read, not your total.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  ·  EXAM PREP REVIEW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2026-07-17T06:29:59Z</dcterms:created>
  <dcterms:modified xsi:type="dcterms:W3CDTF">2026-07-17T06:29:59Z</dcterms:modified>
</cp:coreProperties>
</file>